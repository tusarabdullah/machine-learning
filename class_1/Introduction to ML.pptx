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2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4" name="Google Shape;24;p2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" name="Google Shape;25;p2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6" name="Google Shape;26;p2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9803"/>
              </a:schemeClr>
            </a:solidFill>
            <a:ln>
              <a:noFill/>
            </a:ln>
          </p:spPr>
        </p:sp>
        <p:sp>
          <p:nvSpPr>
            <p:cNvPr id="27" name="Google Shape;27;p2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28" name="Google Shape;28;p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803"/>
              </a:srgbClr>
            </a:solidFill>
            <a:ln>
              <a:noFill/>
            </a:ln>
          </p:spPr>
        </p:sp>
        <p:sp>
          <p:nvSpPr>
            <p:cNvPr id="30" name="Google Shape;30;p2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9803"/>
              </a:srgbClr>
            </a:solidFill>
            <a:ln>
              <a:noFill/>
            </a:ln>
          </p:spPr>
        </p:sp>
        <p:sp>
          <p:nvSpPr>
            <p:cNvPr id="31" name="Google Shape;31;p2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705"/>
              </a:schemeClr>
            </a:solidFill>
            <a:ln>
              <a:noFill/>
            </a:ln>
          </p:spPr>
        </p:sp>
        <p:sp>
          <p:nvSpPr>
            <p:cNvPr id="32" name="Google Shape;32;p2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507067" y="2404534"/>
            <a:ext cx="7766936" cy="16463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507067" y="4050833"/>
            <a:ext cx="7766936" cy="1096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rgbClr val="7F7F7F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42" name="Google Shape;42;p3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"/>
          <p:cNvSpPr txBox="1"/>
          <p:nvPr>
            <p:ph type="title"/>
          </p:nvPr>
        </p:nvSpPr>
        <p:spPr>
          <a:xfrm>
            <a:off x="677335" y="2700867"/>
            <a:ext cx="8596668" cy="1826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rebuchet MS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" type="body"/>
          </p:nvPr>
        </p:nvSpPr>
        <p:spPr>
          <a:xfrm>
            <a:off x="677335" y="4527448"/>
            <a:ext cx="859666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8" name="Google Shape;48;p4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677334" y="2160589"/>
            <a:ext cx="4184035" cy="3880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5089970" y="2160589"/>
            <a:ext cx="418403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"/>
          <p:cNvSpPr txBox="1"/>
          <p:nvPr>
            <p:ph idx="1" type="body"/>
          </p:nvPr>
        </p:nvSpPr>
        <p:spPr>
          <a:xfrm>
            <a:off x="675745" y="2160983"/>
            <a:ext cx="418562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61" name="Google Shape;61;p6"/>
          <p:cNvSpPr txBox="1"/>
          <p:nvPr>
            <p:ph idx="2" type="body"/>
          </p:nvPr>
        </p:nvSpPr>
        <p:spPr>
          <a:xfrm>
            <a:off x="675745" y="2737245"/>
            <a:ext cx="4185623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2" name="Google Shape;62;p6"/>
          <p:cNvSpPr txBox="1"/>
          <p:nvPr>
            <p:ph idx="3" type="body"/>
          </p:nvPr>
        </p:nvSpPr>
        <p:spPr>
          <a:xfrm>
            <a:off x="5088383" y="2160983"/>
            <a:ext cx="418561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63" name="Google Shape;63;p6"/>
          <p:cNvSpPr txBox="1"/>
          <p:nvPr>
            <p:ph idx="4" type="body"/>
          </p:nvPr>
        </p:nvSpPr>
        <p:spPr>
          <a:xfrm>
            <a:off x="5088384" y="2737245"/>
            <a:ext cx="4185617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4" name="Google Shape;64;p6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6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6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7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8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8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 txBox="1"/>
          <p:nvPr>
            <p:ph type="title"/>
          </p:nvPr>
        </p:nvSpPr>
        <p:spPr>
          <a:xfrm>
            <a:off x="677334" y="1498604"/>
            <a:ext cx="3854528" cy="12784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rebuchet MS"/>
              <a:buNone/>
              <a:defRPr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9"/>
          <p:cNvSpPr txBox="1"/>
          <p:nvPr>
            <p:ph idx="1" type="body"/>
          </p:nvPr>
        </p:nvSpPr>
        <p:spPr>
          <a:xfrm>
            <a:off x="4760461" y="514924"/>
            <a:ext cx="4513541" cy="5526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79" name="Google Shape;79;p9"/>
          <p:cNvSpPr txBox="1"/>
          <p:nvPr>
            <p:ph idx="2" type="body"/>
          </p:nvPr>
        </p:nvSpPr>
        <p:spPr>
          <a:xfrm>
            <a:off x="677334" y="2777069"/>
            <a:ext cx="3854528" cy="2584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9pPr>
          </a:lstStyle>
          <a:p/>
        </p:txBody>
      </p:sp>
      <p:sp>
        <p:nvSpPr>
          <p:cNvPr id="80" name="Google Shape;80;p9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9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"/>
          <p:cNvSpPr txBox="1"/>
          <p:nvPr>
            <p:ph type="title"/>
          </p:nvPr>
        </p:nvSpPr>
        <p:spPr>
          <a:xfrm>
            <a:off x="677334" y="4800600"/>
            <a:ext cx="859666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rebuchet MS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0"/>
          <p:cNvSpPr/>
          <p:nvPr>
            <p:ph idx="2" type="pic"/>
          </p:nvPr>
        </p:nvSpPr>
        <p:spPr>
          <a:xfrm>
            <a:off x="677334" y="609600"/>
            <a:ext cx="8596668" cy="3845718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10"/>
          <p:cNvSpPr txBox="1"/>
          <p:nvPr>
            <p:ph idx="1" type="body"/>
          </p:nvPr>
        </p:nvSpPr>
        <p:spPr>
          <a:xfrm>
            <a:off x="677334" y="5367338"/>
            <a:ext cx="8596667" cy="674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87" name="Google Shape;87;p10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0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0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1"/>
          <p:cNvSpPr txBox="1"/>
          <p:nvPr>
            <p:ph type="title"/>
          </p:nvPr>
        </p:nvSpPr>
        <p:spPr>
          <a:xfrm>
            <a:off x="677335" y="609600"/>
            <a:ext cx="8596668" cy="34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1"/>
          <p:cNvSpPr txBox="1"/>
          <p:nvPr>
            <p:ph idx="1" type="body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p11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1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"/>
          <p:cNvSpPr txBox="1"/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2"/>
          <p:cNvSpPr txBox="1"/>
          <p:nvPr>
            <p:ph idx="1" type="body"/>
          </p:nvPr>
        </p:nvSpPr>
        <p:spPr>
          <a:xfrm>
            <a:off x="1366139" y="3632200"/>
            <a:ext cx="722452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99" name="Google Shape;99;p12"/>
          <p:cNvSpPr txBox="1"/>
          <p:nvPr>
            <p:ph idx="2" type="body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0" name="Google Shape;100;p12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2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2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3" name="Google Shape;103;p12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8000" u="none" cap="none" strike="noStrik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04" name="Google Shape;104;p12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8000" u="none" cap="none" strike="noStrik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b="0" i="0" sz="1800" u="none" cap="none" strike="noStrike">
              <a:solidFill>
                <a:srgbClr val="BFE47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 txBox="1"/>
          <p:nvPr>
            <p:ph type="title"/>
          </p:nvPr>
        </p:nvSpPr>
        <p:spPr>
          <a:xfrm>
            <a:off x="677335" y="1931988"/>
            <a:ext cx="8596668" cy="25954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3"/>
          <p:cNvSpPr txBox="1"/>
          <p:nvPr>
            <p:ph idx="1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8" name="Google Shape;108;p13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/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4"/>
          <p:cNvSpPr txBox="1"/>
          <p:nvPr>
            <p:ph idx="1" type="body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idx="2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5" name="Google Shape;115;p14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4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4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8000" u="none" cap="none" strike="noStrik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8000" u="none" cap="none" strike="noStrik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/>
          <p:cNvSpPr txBox="1"/>
          <p:nvPr>
            <p:ph type="title"/>
          </p:nvPr>
        </p:nvSpPr>
        <p:spPr>
          <a:xfrm>
            <a:off x="685799" y="609600"/>
            <a:ext cx="8588203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5"/>
          <p:cNvSpPr txBox="1"/>
          <p:nvPr>
            <p:ph idx="1" type="body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23" name="Google Shape;123;p15"/>
          <p:cNvSpPr txBox="1"/>
          <p:nvPr>
            <p:ph idx="2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4" name="Google Shape;124;p15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5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5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6"/>
          <p:cNvSpPr txBox="1"/>
          <p:nvPr>
            <p:ph idx="1" type="body"/>
          </p:nvPr>
        </p:nvSpPr>
        <p:spPr>
          <a:xfrm rot="5400000">
            <a:off x="3035281" y="-197358"/>
            <a:ext cx="3880773" cy="8596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0" name="Google Shape;130;p16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6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6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 txBox="1"/>
          <p:nvPr>
            <p:ph type="title"/>
          </p:nvPr>
        </p:nvSpPr>
        <p:spPr>
          <a:xfrm rot="5400000">
            <a:off x="5994319" y="2582953"/>
            <a:ext cx="5251451" cy="13047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7"/>
          <p:cNvSpPr txBox="1"/>
          <p:nvPr>
            <p:ph idx="1" type="body"/>
          </p:nvPr>
        </p:nvSpPr>
        <p:spPr>
          <a:xfrm rot="5400000">
            <a:off x="1581685" y="-294750"/>
            <a:ext cx="5251450" cy="706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6" name="Google Shape;136;p17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7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7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7" name="Google Shape;7;p1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" name="Google Shape;8;p1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" name="Google Shape;9;p1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9803"/>
              </a:schemeClr>
            </a:solidFill>
            <a:ln>
              <a:noFill/>
            </a:ln>
          </p:spPr>
        </p:sp>
        <p:sp>
          <p:nvSpPr>
            <p:cNvPr id="10" name="Google Shape;10;p1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11" name="Google Shape;11;p1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803"/>
              </a:srgbClr>
            </a:solidFill>
            <a:ln>
              <a:noFill/>
            </a:ln>
          </p:spPr>
        </p:sp>
        <p:sp>
          <p:nvSpPr>
            <p:cNvPr id="13" name="Google Shape;13;p1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9803"/>
              </a:srgbClr>
            </a:solidFill>
            <a:ln>
              <a:noFill/>
            </a:ln>
          </p:spPr>
        </p:sp>
        <p:sp>
          <p:nvSpPr>
            <p:cNvPr id="14" name="Google Shape;14;p1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705"/>
              </a:schemeClr>
            </a:solidFill>
            <a:ln>
              <a:noFill/>
            </a:ln>
          </p:spPr>
        </p:sp>
        <p:sp>
          <p:nvSpPr>
            <p:cNvPr id="15" name="Google Shape;15;p1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fmla="val 0" name="adj"/>
              </a:avLst>
            </a:prstGeom>
            <a:solidFill>
              <a:schemeClr val="accent1">
                <a:alpha val="8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" name="Google Shape;17;p1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" name="Google Shape;18;p1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0988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99719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8956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8956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8956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8956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89559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89559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9" name="Google Shape;19;p1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0" name="Google Shape;20;p1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1" name="Google Shape;21;p1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 txBox="1"/>
          <p:nvPr>
            <p:ph type="ctrTitle"/>
          </p:nvPr>
        </p:nvSpPr>
        <p:spPr>
          <a:xfrm>
            <a:off x="643944" y="1300767"/>
            <a:ext cx="7559897" cy="19447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</a:pPr>
            <a:r>
              <a:rPr lang="en-GB"/>
              <a:t>Introduction to ML  </a:t>
            </a:r>
            <a:br>
              <a:rPr lang="en-GB"/>
            </a:br>
            <a:r>
              <a:rPr lang="en-GB"/>
              <a:t>(Machine Learning)</a:t>
            </a:r>
            <a:endParaRPr/>
          </a:p>
        </p:txBody>
      </p:sp>
      <p:sp>
        <p:nvSpPr>
          <p:cNvPr id="144" name="Google Shape;144;p18"/>
          <p:cNvSpPr txBox="1"/>
          <p:nvPr>
            <p:ph idx="1" type="subTitle"/>
          </p:nvPr>
        </p:nvSpPr>
        <p:spPr>
          <a:xfrm>
            <a:off x="1507067" y="4050833"/>
            <a:ext cx="7766936" cy="1096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en-GB"/>
              <a:t>Abu Bakar Siddique Mahi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125" y="437882"/>
            <a:ext cx="9697790" cy="5720053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/>
          <p:nvPr/>
        </p:nvSpPr>
        <p:spPr>
          <a:xfrm>
            <a:off x="412125" y="3090930"/>
            <a:ext cx="4108360" cy="1506828"/>
          </a:xfrm>
          <a:prstGeom prst="rect">
            <a:avLst/>
          </a:prstGeom>
          <a:solidFill>
            <a:schemeClr val="lt1"/>
          </a:solidFill>
          <a:ln cap="rnd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Deep learning is a subset of machine learning that uses artificial neural networks to mimic the learning process of the human brain.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1216" y="962852"/>
            <a:ext cx="8564451" cy="5051581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0"/>
          <p:cNvSpPr/>
          <p:nvPr/>
        </p:nvSpPr>
        <p:spPr>
          <a:xfrm>
            <a:off x="2137893" y="6014432"/>
            <a:ext cx="5087155" cy="528035"/>
          </a:xfrm>
          <a:prstGeom prst="rect">
            <a:avLst/>
          </a:prstGeom>
          <a:solidFill>
            <a:schemeClr val="lt1"/>
          </a:solidFill>
          <a:ln cap="rnd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Artificial neural network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5853" y="566670"/>
            <a:ext cx="8043150" cy="5475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3397" y="502276"/>
            <a:ext cx="7704541" cy="54495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8437" y="592430"/>
            <a:ext cx="7820261" cy="49086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2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2886" y="785612"/>
            <a:ext cx="6776871" cy="52564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4024" y="978794"/>
            <a:ext cx="8041193" cy="50632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149" y="334851"/>
            <a:ext cx="9640130" cy="604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0164" y="1287887"/>
            <a:ext cx="7662930" cy="4161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9932" y="759854"/>
            <a:ext cx="8650282" cy="4792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384" y="605308"/>
            <a:ext cx="9017439" cy="5501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